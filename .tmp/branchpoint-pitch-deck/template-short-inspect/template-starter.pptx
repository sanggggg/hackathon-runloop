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cdcb73ddef4c74" /><Relationship Type="http://schemas.openxmlformats.org/officeDocument/2006/relationships/extended-properties" Target="/docProps/app.xml" Id="R440f115c86184441" /><Relationship Type="http://schemas.openxmlformats.org/officeDocument/2006/relationships/officeDocument" Target="/ppt/presentation.xml" Id="Rf201587f10ce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c377e79e8f4931"/>
  </p:sldMasterIdLst>
  <p:notesMasterIdLst>
    <p:notesMasterId xmlns:r="http://schemas.openxmlformats.org/officeDocument/2006/relationships" r:id="R16e5594c41f745c5"/>
  </p:notesMasterIdLst>
  <p:sldIdLst>
    <p:sldId xmlns:r="http://schemas.openxmlformats.org/officeDocument/2006/relationships" id="256" r:id="R07d90e322d4548a9"/>
    <p:sldId xmlns:r="http://schemas.openxmlformats.org/officeDocument/2006/relationships" id="257" r:id="Ra7b083bb69f3427c"/>
    <p:sldId xmlns:r="http://schemas.openxmlformats.org/officeDocument/2006/relationships" id="258" r:id="Rb563c221b91a4966"/>
    <p:sldId xmlns:r="http://schemas.openxmlformats.org/officeDocument/2006/relationships" id="259" r:id="R99c48ae472034b39"/>
    <p:sldId xmlns:r="http://schemas.openxmlformats.org/officeDocument/2006/relationships" id="260" r:id="Rc9a0cfc6384545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bce3235664e93" /><Relationship Type="http://schemas.openxmlformats.org/officeDocument/2006/relationships/slideMaster" Target="/ppt/slideMasters/slideMaster1.xml" Id="R7fc377e79e8f4931" /><Relationship Type="http://schemas.openxmlformats.org/officeDocument/2006/relationships/notesMaster" Target="/ppt/notesMasters/notesMaster1.xml" Id="R16e5594c41f745c5" /><Relationship Type="http://schemas.openxmlformats.org/officeDocument/2006/relationships/presProps" Target="/ppt/presProps.xml" Id="R36e9ab29130346b3" /><Relationship Type="http://schemas.openxmlformats.org/officeDocument/2006/relationships/tableStyles" Target="/ppt/tableStyles.xml" Id="R6fa4c080187e4abf" /><Relationship Type="http://schemas.openxmlformats.org/officeDocument/2006/relationships/slide" Target="/ppt/slides/slide1.xml" Id="R07d90e322d4548a9" /><Relationship Type="http://schemas.openxmlformats.org/officeDocument/2006/relationships/slide" Target="/ppt/slides/slide2.xml" Id="Ra7b083bb69f3427c" /><Relationship Type="http://schemas.openxmlformats.org/officeDocument/2006/relationships/slide" Target="/ppt/slides/slide3.xml" Id="Rb563c221b91a4966" /><Relationship Type="http://schemas.openxmlformats.org/officeDocument/2006/relationships/slide" Target="/ppt/slides/slide4.xml" Id="R99c48ae472034b39" /><Relationship Type="http://schemas.openxmlformats.org/officeDocument/2006/relationships/slide" Target="/ppt/slides/slide5.xml" Id="Rc9a0cfc6384545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2260801a894c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89becb1ec4140" /><Relationship Type="http://schemas.openxmlformats.org/officeDocument/2006/relationships/notesMaster" Target="/ppt/notesMasters/notesMaster1.xml" Id="R0c2d036f8072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91ca6623ff4e7c" /><Relationship Type="http://schemas.openxmlformats.org/officeDocument/2006/relationships/notesMaster" Target="/ppt/notesMasters/notesMaster1.xml" Id="R0bb3da62289042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45948e5910400c" /><Relationship Type="http://schemas.openxmlformats.org/officeDocument/2006/relationships/notesMaster" Target="/ppt/notesMasters/notesMaster1.xml" Id="R8a261903f75d46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dfd149d6864065" /><Relationship Type="http://schemas.openxmlformats.org/officeDocument/2006/relationships/notesMaster" Target="/ppt/notesMasters/notesMaster1.xml" Id="R1c7b7d122aa1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42411d688a4ffb" /><Relationship Type="http://schemas.openxmlformats.org/officeDocument/2006/relationships/notesMaster" Target="/ppt/notesMasters/notesMaster1.xml" Id="Rbaa265ff19d9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constraint: browser QA is valuable, but repeated setup makes scenario coverage too slow.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/Users/sangmin/Desktop/hackathon-runloop/README.md</a:t>
            </a:r>
          </a:p>
          <a:p xmlns:a="http://schemas.openxmlformats.org/drawingml/2006/main">
            <a:r>
              <a:t>- /Users/sangmin/Desktop/hackathon-runloop/apps/web/public/shots/team.png</a:t>
            </a:r>
          </a:p>
          <a:p xmlns:a="http://schemas.openxmlformats.org/drawingml/2006/main">
            <a:r>
              <a:t>- /Users/sangmin/Desktop/hackathon-runloop/apps/web/public/shots/starter.png</a:t>
            </a:r>
          </a:p>
          <a:p xmlns:a="http://schemas.openxmlformats.org/drawingml/2006/main">
            <a:r>
              <a:t>- /Users/sangmin/Desktop/hackathon-runloop/apps/web/public/shots/later.png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pitch view uses the first three consecutive controlled trials (Trials 1–3) and excludes Trials 4–5 from the slide's calculations. The three included trials compared the same Claude Sonnet 5 model, tools, task, three strategy prompts, and task-ready Runloop fixture. Immediately before every method in every trial, a unique nonce invalidated earlier provider prompt-cache entries; within that method, Anthropic's 5-minute ephemeral prompt cache remained enabled. OpenRouter whole-response caching was disabled and a sticky session kept requests on one provider endpoint. Branchpoint explored once, snapshotted, continued on the source devbox for one branch, and created only N-1 forks; sequential reset the task and ran all three complete trajectories on one devbox; fan-out ran three complete trajectories on three devboxes. Primary wall time is start-to-final-verdict. Sandbox time is the sum of Runloop /usage total_active_seconds after shutdown. LLM cost is the actual Anthropic upstream inference cost returned by OpenRouter for this BYOK account, including cache read/write pricing. Three-run means: Branchpoint 66.787s wall, 200 active sandbox-seconds, $0.150097 LLM cost; sequential 171.573s, 200s, $0.197894; fan-out 76.079s, 220s, $0.188262. Every method passed all three 8-test branches in all three included trials. Observed cache-read ratios were 77.99%, 77.39%, and 74.30% respectively.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/Users/sangmin/Desktop/hackathon-runloop/experiments/three-way-benchmark.py</a:t>
            </a:r>
          </a:p>
          <a:p xmlns:a="http://schemas.openxmlformats.org/drawingml/2006/main">
            <a:r>
              <a:t>- /Users/sangmin/Desktop/hackathon-runloop/experiments/three-way-benchmark-trials-1-3.json</a:t>
            </a:r>
          </a:p>
          <a:p xmlns:a="http://schemas.openxmlformats.org/drawingml/2006/main">
            <a:r>
              <a:t>- https://docs.runloop.ai/api-reference/devbox/get-resource-usage-for-a-devbox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audience feel the duplicated setup before introducing the infrastructure primitive.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/Users/sangmin/Desktop/hackathon-runloop/README.md — Why fork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orchestrator is recursive: snapshot only when a node has two or more children. The fixture already models nested branches; full recursive orchestration wiring is still in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/Users/sangmin/Desktop/hackathon-runloop/docs/build-spec.html — Engine: how a run walks the tree</a:t>
            </a:r>
          </a:p>
          <a:p xmlns:a="http://schemas.openxmlformats.org/drawingml/2006/main">
            <a:r>
              <a:t>- /Users/sangmin/Desktop/hackathon-runloop/apps/web/lib/fixtures.ts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reflects the actual fixture hierarchy: root, plan choice, then terminal journeys. A UI change can remain green; an error screen is red; discovery is blue; unresolved wording is tree health, not app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/Users/sangmin/Desktop/hackathon-runloop/apps/web/lib/fixtures.ts</a:t>
            </a:r>
          </a:p>
          <a:p xmlns:a="http://schemas.openxmlformats.org/drawingml/2006/main">
            <a:r>
              <a:t>- /Users/sangmin/Desktop/hackathon-runloop/apps/web/public/shots/starter.png</a:t>
            </a:r>
          </a:p>
          <a:p xmlns:a="http://schemas.openxmlformats.org/drawingml/2006/main">
            <a:r>
              <a:t>- /Users/sangmin/Desktop/hackathon-runloop/apps/web/public/shots/later.png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236edc03e48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c9842e9d6a408b" /><Relationship Type="http://schemas.openxmlformats.org/officeDocument/2006/relationships/slideLayout" Target="/ppt/slideLayouts/slideLayout1.xml" Id="R25c48f26ad134a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48f26ad134a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5c5b3a0f149d1" /><Relationship Type="http://schemas.openxmlformats.org/officeDocument/2006/relationships/image" Target="/ppt/media/image.png" Id="R4d6c77fa56f54818" /><Relationship Type="http://schemas.openxmlformats.org/officeDocument/2006/relationships/image" Target="/ppt/media/image2.png" Id="R970d847a4b9b4287" /><Relationship Type="http://schemas.openxmlformats.org/officeDocument/2006/relationships/image" Target="/ppt/media/image3.png" Id="R82cc5b71f6814c32" /><Relationship Type="http://schemas.openxmlformats.org/officeDocument/2006/relationships/notesSlide" Target="/ppt/notesSlides/notesSlide1.xml" Id="R3638a7c79c7344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b1f96f0584b7e" /><Relationship Type="http://schemas.openxmlformats.org/officeDocument/2006/relationships/notesSlide" Target="/ppt/notesSlides/notesSlide2.xml" Id="R3908b24955bb48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8b237d6da4731" /><Relationship Type="http://schemas.openxmlformats.org/officeDocument/2006/relationships/notesSlide" Target="/ppt/notesSlides/notesSlide3.xml" Id="R0f06ae5cfeaf48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cc624db34b79" /><Relationship Type="http://schemas.openxmlformats.org/officeDocument/2006/relationships/notesSlide" Target="/ppt/notesSlides/notesSlide4.xml" Id="R8400446f82aa4b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812fddf8b4bc8" /><Relationship Type="http://schemas.openxmlformats.org/officeDocument/2006/relationships/image" Target="/ppt/media/image4.png" Id="R0c08bd808f03490c" /><Relationship Type="http://schemas.openxmlformats.org/officeDocument/2006/relationships/image" Target="/ppt/media/image5.png" Id="Ra05305acacb14bd3" /><Relationship Type="http://schemas.openxmlformats.org/officeDocument/2006/relationships/notesSlide" Target="/ppt/notesSlides/notesSlide5.xml" Id="Ra73fb0c428d94f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8341B-EA5D-410E-9202-C9CD50D4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36F8E5-3379-41B1-AD07-14BED688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Browser QA,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branched at runtime.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42F9E-F009-41F5-A004-54057EC1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Prepare once. Fork every scenario.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Re-run the whole tree on every commit.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BB1A7-1928-4703-8F09-80E640B5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Powered by Runloop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C21B5-E92C-4D40-98FF-8B168E0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A31AB-D57D-4FA6-A536-476237EF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D1195-9EB4-4243-A78C-CCEB2EFD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25BF4-AB7B-42B7-8932-0DA1C985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61FB0-7D82-4CF4-B53F-696195C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1828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9A95C-5FD5-42A9-9076-23CE1EE4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099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B74DD-A190-403A-966F-30AA4500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85850"/>
            <a:ext cx="3143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B5DB3-EE8C-4D29-B915-04450358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85850"/>
            <a:ext cx="31432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7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F221C-AF55-401F-9C54-9F62FD06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71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716A2-226C-44AF-A086-AEE4B30F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171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3F2E1-A1EE-4980-9A6D-7B0AB3FD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71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c77fa56f54818"/>
          <a:srcRect xmlns:a="http://schemas.openxmlformats.org/drawingml/2006/main" l="0" t="7736" r="0" b="7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1390650"/>
            <a:ext cx="3028950" cy="16002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6CD65-7385-44D6-915B-82663663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47925"/>
            <a:ext cx="3143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E7B96-A3C5-499F-8365-572033C7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47925"/>
            <a:ext cx="31432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7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B260B-D927-4D2C-9470-CA8501A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5BB8C-FD6A-4B8C-B142-1377815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33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8D4DD-F109-4E99-B1E3-27ADE4EF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d847a4b9b4287"/>
          <a:srcRect xmlns:a="http://schemas.openxmlformats.org/drawingml/2006/main" l="0" t="7736" r="0" b="7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752725"/>
            <a:ext cx="3028950" cy="16002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51FA8-DDB8-4C60-85DA-7241DB44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143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2DF54-7389-420A-8129-A91C9CF0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1432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7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228C8-E202-4013-B4CD-6CAB32AE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F5B63-7E37-474A-91B7-FBDEB1D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0C190-BC91-428F-8B18-FD7E7A3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c5b71f6814c32"/>
          <a:srcRect xmlns:a="http://schemas.openxmlformats.org/drawingml/2006/main" l="0" t="7736" r="0" b="7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4114800"/>
            <a:ext cx="3028950" cy="16002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</p:spTree>
    <p:extLst>
      <p:ext uri="{BB962C8B-B14F-4D97-AF65-F5344CB8AC3E}">
        <p14:creationId xmlns:p14="http://schemas.microsoft.com/office/powerpoint/2010/main" val="1427465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7313E3-D312-477E-A959-8F9E57A2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44496B1-7D37-40E5-B3BC-6386B3F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sweet spot: fan-out speed without fan-out waste.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8C29C-ECAA-47B1-9F13-38D2C5D3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7C0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7C0C5"/>
                </a:solidFill>
                <a:latin typeface="Helvetica Neue"/>
                <a:ea typeface="Helvetica Neue"/>
                <a:cs typeface="Helvetica Neue"/>
              </a:rPr>
              <a:t>3 controlled runs · Trials 1–3 · cold cache before every method · same model, task, tools, and fixture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881FD-FB3C-4560-A0E5-52E0933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6675E-B4F9-44D3-81BA-EB7FFBE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ACTIVE SANDBOX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F38F2-871D-4990-B734-7450B30E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2003D-F3AE-4B7E-B1A4-43BFE704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LLM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EAE1B-9D7C-4021-9119-40CC345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2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1494A-6B0E-4EF5-BD41-33A4178F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0"/>
            <a:ext cx="110109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23B35"/>
          </a:solidFill>
          <a:ln xmlns:a="http://schemas.openxmlformats.org/drawingml/2006/main" w="9525">
            <a:solidFill>
              <a:srgbClr val="3CBF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14C3F-3EEE-4831-BB80-28469B2D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97EDF-D96C-4229-97E2-E888B719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shared prefix · 78.0% cache read · 13.7 req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BE42A-04C0-4944-B445-67DE83AE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200s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15461-1E56-4C1A-9F9F-50A19A3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180–240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3F92C-C8B0-48EE-B1FC-4F9086D6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66.8s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BAB0A-5725-4BDC-827C-C9D68D49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57.1–84.7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62DA7-281F-4663-9BC7-BB8AACA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$0.150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9822F-492C-4BD5-9EC4-639ED47F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$0.115–0.196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ECD61-0FBF-4638-9CB2-4DB5031D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76625"/>
            <a:ext cx="110109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0262A"/>
          </a:solidFill>
          <a:ln xmlns:a="http://schemas.openxmlformats.org/drawingml/2006/main" w="9525">
            <a:solidFill>
              <a:srgbClr val="5862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BA949-E808-4994-9AFE-E6DA6B65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9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sandbox · sequential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CB12A-CF52-4DC7-971C-EBF8115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full path × 3 · 77.4% cache read · 25.3 req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E93EE-BA91-424B-B9B0-F286FE8F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909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200s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B1433-0111-4938-A69D-896C56B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180–240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86499-381D-4E9C-ACE4-A15E45CD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171.6s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7757E-1F17-4527-973D-4921081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141.8–226.1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80A3B-BF89-4C80-9C5D-2023AB5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90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$0.198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D2125-F4AA-4FB8-B001-A623AD4E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$0.160–0.260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6B3EB-AA58-4B5A-8E79-3605011C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0"/>
            <a:ext cx="110109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0262A"/>
          </a:solidFill>
          <a:ln xmlns:a="http://schemas.openxmlformats.org/drawingml/2006/main" w="9525">
            <a:solidFill>
              <a:srgbClr val="5862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C144C-8F77-4666-B4B3-75EBBB8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 sandboxes · fan-out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10171-5FFC-4257-8BCB-DE2078B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full path × 3 · 74.3% cache read · 22.3 req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64845-4930-41F5-AB09-BD22920B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220s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CDCAB5-37E2-49EF-BD89-C3F59B3A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180–240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E98EE-B77E-4B24-B000-368FFBB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76.1s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0D8DE-820B-4CF0-84E2-5F125B0B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50.9–111.8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72A75B-04D0-4FD1-88AB-ED1D72C6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91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$0.188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E9F1BE-1AAF-40F6-8860-2D48DC8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006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$0.152–0.243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5E02D5-A99C-4130-B4F0-1CC5038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vs sequential  ·  wall −61.1%  ·  LLM −24.2%  ·  sandbox equal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946039-96F2-4C4C-B14F-0E6340AA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vs fan-out  ·  wall −12.2%  ·  sandbox −9.1%  ·  LLM −20.3%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D600C7-E629-4D30-B027-DDF2603F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Mean (min–max) · n=3, Trials 1–3 · 9/9 branches per method passed 8/8 · Runloop /usage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C7EB4D-1FA0-4E38-918B-CB6290C0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2735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B8D2D9-A5E0-4D7B-A62F-F259A2F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7B3D5FA-B7C6-4A1C-A1AC-5D27F72E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The test is short. Getting back to the right state is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2A456-00A0-427C-8DC2-C8B03095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6BA4A-B7B0-48D0-98E8-F79F11AD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108CC-0CF8-4100-9ED4-E28CD1B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Every scenario repeats the same expensive prelude.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8FF52-9827-4642-93E9-D444CB5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25D36-2D36-4187-AE4E-866123B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241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DF959-8B93-43BF-8F3F-9232D63C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955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Install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5C2CA-471F-43C9-93D0-218F2B3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860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78EA6-BF5D-4974-A7F8-F27B418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114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6CA81-ADE6-46EE-AD32-7AC46F54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Boot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F2E89-805D-4BD8-9E05-671A4853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860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A8634-4D35-469D-8C74-8DB02B4E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24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9EC2F-CA37-4E3F-AB72-874C3C94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Create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BE55C-669C-4584-9AA7-3303A5A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860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86089-18A3-4A58-84C9-C4BE6753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7656C-F89C-4F94-B1B7-D297FC1D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Seed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8F2F4-5CF5-4340-AB9F-57AF2F4A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860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595A6-6DF5-4568-A9CB-E6E1274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1066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C3D9E-5D60-4C36-8F4E-62460A5C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006DF-BA5C-4CCF-90E8-46494D7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860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D34E6-08B8-4E60-BD44-CA0B0E19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8F79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4C3B2-FA79-4E52-81DF-6FC647C1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FEF6B-0AFC-482A-B2FD-F62CABAD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Permissions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5725E-AEB2-4922-BB68-084312FB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CA593-BED5-46C0-82D1-5626142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623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Install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F629F-791E-42C6-BE9F-CAEA77B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528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CBDE4D-B7D5-486B-A302-A578F0DF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114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B2C94-ED54-401C-8429-53E35610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Boot app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5EB054-6BD5-4E94-87B2-54B6A7D1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528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05063F-3CA6-42BD-BDAA-77859CD3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909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8ED9D-9E10-4AC8-915E-2FCA8A2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623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Create user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7EFC0-81F2-4CA1-9E2F-9456FA18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528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DBDFE3-04AF-4581-862F-678CB059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8F2027-4F47-4642-9ED7-AD6BC61A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Seed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68A9B2-8623-4041-853A-A6651613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B3770-C771-4913-8C2D-ACDBC717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1066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5E196C-DD15-4646-AE75-036989FC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473AB7-4416-4B30-969F-C2C831B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528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C150E5-27FA-422F-B696-5CF5B8F3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8F79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D5B628-319C-49D8-BA9E-0EF3CE55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344561-B209-474E-951F-AB4C7E28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Onboarding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DBF2FE-054D-454B-8E58-A39594BB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57700"/>
            <a:ext cx="104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5F857B-1428-446F-B3CE-7D05B71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291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Install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CAD710-E8C4-47E7-8195-33026D87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96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11CE17-8F96-43B0-9003-F2864825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114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FB863F-23A4-4E17-A487-C4586873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291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Boot app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6B6029-D49A-41C9-BE3B-41023DCB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96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AFCC20-9526-44F2-8A1B-F0EDB4DC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577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CD7533-C996-4D65-A4E7-4EA901F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29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Create user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F3AFAD-B5A8-4F19-874A-8059556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196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B84A36-80E5-499E-B44F-455236A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1FF88E-2A04-42EF-8336-10A048A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Seed 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7E741C-0CCD-4995-A365-E10BCBE6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196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43D2EC-58CF-4B67-A07B-226A917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1066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C1B7AD-0C5A-40EE-9A0F-225FE2C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291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C2678A-AF0E-4980-9C27-3DE760EC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96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58D9D9-8ED6-483E-9112-D4C59939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577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8F79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3944B5-615E-4E89-8F61-A8FE4071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29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BE21EF-5337-4D30-AAA1-7DB157EE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rPr>
              <a:t>Setup dominates the wall clock — and grows with every path.</a:t>
            </a:r>
          </a:p>
        </p:txBody>
      </p:sp>
    </p:spTree>
    <p:extLst>
      <p:ext uri="{BB962C8B-B14F-4D97-AF65-F5344CB8AC3E}">
        <p14:creationId xmlns:p14="http://schemas.microsoft.com/office/powerpoint/2010/main" val="1322242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EE02D9-6BFA-4CE8-BF9C-97EE45A3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C31E17C-0A75-458E-B79C-9E2F575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Snapshot only at real fork points.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1382E-EAD0-4A87-82CC-884A588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1826B-B5CC-4C0E-B7DA-86F57B7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875BB-7FA4-43CE-8456-823398F0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Straight steps stay on one devbox. Nested branches snapshot again.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F796D-ACCC-4A9C-A853-06ADE194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147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3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C99F-9C45-4174-832E-0C286ECA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7BB2A-EC94-4EAB-8BC4-2CD7E7D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B2461-FDE4-4B36-8F03-9B73D90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242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3F804-E213-4B46-952C-4E7CC0E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482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243B3-BCEA-4835-999C-D040151A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9E64F-ECB0-438F-B4C3-7BF2C3F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773D6-7820-4B62-A899-899A51CD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D0C14-1DB6-42C5-AC18-9758344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F31B1-C1D4-429A-B3D3-57833C0E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242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367D3-FFC1-4829-B512-A3E1E02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29608-B48A-4230-B919-2F8224D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3EDD9-8E94-4384-8F23-F7FC25F1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78D56-9190-4132-B8FD-1D0ABC5F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7F1EE-8C71-4E98-9D7D-FF4104FE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482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A579C-B2AC-4C45-98E3-F3E86C6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D3D7D-0DB9-45D8-BF11-35F80E4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SIGNED-IN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98C35-A0E3-4255-ADB3-404FF5B1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1C8B7-9A82-44CD-815B-459D42AC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193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Team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6DE76-2F78-49A1-B47B-AB80412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021BF-1166-49DD-A0BF-06AF900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Solo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946A3E-AFAE-4CF4-A9B8-8F37F35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E9B95-054A-417D-AE5B-2054E487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244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Decide later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10D56-BF77-43C4-AE9D-337F99B3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AC5225-19CE-4D92-BA4A-6C94C18F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Invite teammates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701F2-8498-4823-8D07-786308A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B25A84-C746-4889-B36F-9AE668AC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241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invites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6A394-D260-4334-BB48-DD53518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F76676-94EB-474A-9B87-11BE4D56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Starter template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929DB-3514-4CF0-B438-AB8F3978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63EDC-0B47-439B-A34B-4E9CD39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576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Blank workspace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73169E-567D-492B-8FB2-49762462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3387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230839-1A44-4F42-B32B-36B9C6CF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Import from 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566D3-148A-4DCD-A82F-B53D2E60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FF5D6A-6F21-453B-AAFC-60B21187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onboarding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598C5B-A2DA-404F-A1AC-A007F577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52825"/>
            <a:ext cx="533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E6E560-2A20-4418-9A0A-A698B706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48075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SNAP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EEC36C-F279-45A3-A2C4-006A07B5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81225"/>
            <a:ext cx="533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0821F9-8701-4397-B844-16EBD9A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76475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SNAP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CA7695-4827-4448-AEC2-F4CEA42F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62350"/>
            <a:ext cx="533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DD95AD-F9BE-4247-8777-E66BBA24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576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SNAP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58718B-EEBA-42EF-A7F8-795D7467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24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C3FE40-BEA6-4050-8A56-71B8C2D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only where a node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has 2+ children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7D45B0-01A1-4A4A-8B44-AF1E791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57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same box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01E1F5-EE3B-4AC3-985D-87E49CE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43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for a straight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single-child run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5A4D67-1B09-414E-8DC3-9E765260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05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Fixture tree · 3 levels</a:t>
            </a:r>
          </a:p>
        </p:txBody>
      </p:sp>
    </p:spTree>
    <p:extLst>
      <p:ext uri="{BB962C8B-B14F-4D97-AF65-F5344CB8AC3E}">
        <p14:creationId xmlns:p14="http://schemas.microsoft.com/office/powerpoint/2010/main" val="1963860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6D9C34-6F9A-4399-A391-7CE6EC1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1D1C3F3-9ABF-4CE9-9439-25FA18A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A commit becomes a visual QA tree.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D1BEA-F640-4670-AE1B-8207C4CD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39F47-37CA-4146-A5CC-81C694F5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173DD-FD92-4D73-B7B4-EFF9A0C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Green: journey intact · Red: app regression · Blue: newly discovered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E338A-9690-4B71-91C0-71CB56A5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338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7ABAB-326D-4219-B1E1-DA81DEB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76475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D3F5E-6D5C-4BB1-B497-20632613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764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0A88D-CD4B-4874-84C4-40DA6642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35F26-76CA-48F6-B81A-C4D8C7ED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292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A8A72-F23E-4733-844D-4D3C01FC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5F674-020A-4A01-8FAD-E5C32648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669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F8385-ED56-4DDA-8C90-D724675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66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CF889-F634-40D9-88DA-90AA7DC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384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ACFF4-E1F6-4E59-BB71-5DD6501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36E2E-4133-479D-B56E-9E9B47F3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6ACDF-5855-4531-B269-A4FB6EB4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DBD35-4BF7-49A7-AA79-FBE9DFB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243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BD8F2-B528-4361-AED4-7F55599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95277-0BDF-4E7E-B68D-633C76C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2922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B74D8-9759-495B-91C8-AFE1EF32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66158-969E-4504-BBC4-82A1D97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24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SIGNED-IN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BA1EF-E474-4E98-914E-E01AFB79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1619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A9D16-696B-4BE4-9B90-245EEB9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85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Team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BF070-417D-4700-8B60-FA08F9AF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67883-A129-4E32-B11F-42AAC65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1619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57FD3-70A0-4BF6-A79C-31693C88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62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Solo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05C15-E605-4FD6-918A-2215C85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10000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361FB-00D8-4772-B70B-068687D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1619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0A378-6DB3-49DA-98A8-C1627704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38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Decide later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B7ED1C-C5C7-4D7E-941C-B07104A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64767-8F36-4C3C-B460-C54CC46E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B8431-3554-4110-90ED-4F10DA0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859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Invite teammates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F9D1A2-68F1-405B-8D57-01745FDF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14550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5E5F1-F755-4765-AE82-3B7C80E6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54D88-97F9-40EE-BE47-1F79D7F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574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invites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089FCC-D534-4BA0-9529-E86AD49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86050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7A2B28-B721-424E-9006-9A1E9A5A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05C9FC-4FB3-4B79-9607-324721A2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718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Starter template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309832-E185-427E-B014-41E65D3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00425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PASS · UI CHANGED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59142A-34BF-4151-A77B-D72A3164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0BC598-5AD5-463A-8AC8-41724C6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433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Blank workspace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8B3D0B-4CAA-4F4D-8EFF-21A783FD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71925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677F9-BB55-48BD-A381-A20303A3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DBC25-29D3-4939-ABAB-E686DA80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148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Import from CSV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FBF381-24E1-4BA1-8F5F-9CBF02F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NEW PATH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7EAA50-78CB-45E9-952B-347BE94D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959DA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124F02-7C6B-46CC-8E08-1754087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292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onboarding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B590F3-D0D5-4923-AD42-A2FF1C8E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57800"/>
            <a:ext cx="1952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UNRESOLVED TREE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D0F432-29AB-4094-AEF6-289CDAEF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2385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8bd808f03490c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1952625"/>
            <a:ext cx="3143250" cy="196215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ECE6F7-C3DE-4972-A545-69EEC453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48125"/>
            <a:ext cx="32385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305acacb14bd3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4095750"/>
            <a:ext cx="3143250" cy="196215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43AEF4-3233-437B-9873-5FDBC6E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0985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intent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survived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A13B9C-A3FF-40CD-95BD-4F7A69B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rPr>
              <a:t>app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rPr>
              <a:t>broke</a:t>
            </a:r>
          </a:p>
        </p:txBody>
      </p:sp>
    </p:spTree>
    <p:extLst>
      <p:ext uri="{BB962C8B-B14F-4D97-AF65-F5344CB8AC3E}">
        <p14:creationId xmlns:p14="http://schemas.microsoft.com/office/powerpoint/2010/main" val="1596101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2026-08-30T00:34:34.6490000Z</dcterms:created>
  <dcterms:modified xsi:type="dcterms:W3CDTF">2026-08-30T00:34:34.6490000Z</dcterms:modified>
</coreProperties>
</file>